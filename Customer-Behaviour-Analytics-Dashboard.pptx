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247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Behaviour Analytics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824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end-to-end Power BI solution transforming raw transactional data into actionable business intelligence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271016"/>
            <a:ext cx="1343501" cy="426244"/>
          </a:xfrm>
          <a:prstGeom prst="roundRect">
            <a:avLst>
              <a:gd name="adj" fmla="val 6386"/>
            </a:avLst>
          </a:prstGeom>
          <a:solidFill>
            <a:srgbClr val="4A022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278" y="5393412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8455" y="5339001"/>
            <a:ext cx="7991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37038" y="5263396"/>
            <a:ext cx="185725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94CA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0747" y="5393412"/>
            <a:ext cx="181451" cy="181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2924" y="5339001"/>
            <a:ext cx="12976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96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Overview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855" y="349627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195393"/>
            <a:ext cx="420516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Transforming Data into Decisions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943" y="3272790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project demonstrates comprehensive Power BI expertise through an interactive reporting solution that analyzes customer behavior and sales performance.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91376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dashboard provides critical insights into revenue trends, customer segmentation, purchase patterns, and retention metrics—enabling strategic, data-driven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Business Challenge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Limited Visibility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Organizations struggle to track customer purchasing trends effectively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39559"/>
            <a:ext cx="3258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Identification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Difficulty pinpointing high-value customers and growth opportunities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Manual Reporting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Time-consuming processes lacking automation and efficiency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Fragmented Tracking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Absence of centralized performance monitoring systems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736"/>
            <a:ext cx="59532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Solution Architecture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50118"/>
            <a:ext cx="8284131" cy="3578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70583" y="5233959"/>
            <a:ext cx="1230052" cy="44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Power Query ETL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770583" y="5745744"/>
            <a:ext cx="1230052" cy="35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Transform and clean data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29042" y="5233959"/>
            <a:ext cx="1230052" cy="44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DAX Calculations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29042" y="5745744"/>
            <a:ext cx="1230052" cy="35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optimized measures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95275" y="3173002"/>
            <a:ext cx="1230052" cy="22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95275" y="3460756"/>
            <a:ext cx="1230052" cy="35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 raw transactional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57428" y="3173002"/>
            <a:ext cx="1230053" cy="44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57428" y="3684787"/>
            <a:ext cx="1230053" cy="35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Publish visual insights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69415" y="3173002"/>
            <a:ext cx="1230053" cy="44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Star Schema Model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9415" y="3684787"/>
            <a:ext cx="1230053" cy="35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Design fact and dimension tables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38943" y="2589490"/>
            <a:ext cx="374177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End-to-End Development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9638943" y="3241596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solution encompasses the complete data lifecycle—from importing raw transactional data through Power Query transformation to building a star schema model with optimised DAX measures.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638943" y="562308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Published via Power BI Service with scheduled refresh capabilities for automated reporting.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397" y="1077516"/>
            <a:ext cx="4516398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Model Design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82397" y="2001560"/>
            <a:ext cx="325040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Star Schema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82397" y="2484120"/>
            <a:ext cx="4076343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Built following best practices for performance and scalability: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82397" y="3165038"/>
            <a:ext cx="4076343" cy="1352193"/>
          </a:xfrm>
          <a:prstGeom prst="roundRect">
            <a:avLst>
              <a:gd name="adj" fmla="val 8115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37" y="3165038"/>
            <a:ext cx="91440" cy="13521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4455" y="3368516"/>
            <a:ext cx="2258139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Fact Table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354455" y="3794641"/>
            <a:ext cx="360080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Fact_Sales containing transaction-level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82397" y="4661059"/>
            <a:ext cx="4076343" cy="1092637"/>
          </a:xfrm>
          <a:prstGeom prst="roundRect">
            <a:avLst>
              <a:gd name="adj" fmla="val 10042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37" y="4661059"/>
            <a:ext cx="91440" cy="10926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4455" y="4864537"/>
            <a:ext cx="2258139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Dimensions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354455" y="5290661"/>
            <a:ext cx="3600807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Customer, Product, Date, and Region tables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82397" y="5897523"/>
            <a:ext cx="4076343" cy="1092637"/>
          </a:xfrm>
          <a:prstGeom prst="roundRect">
            <a:avLst>
              <a:gd name="adj" fmla="val 10042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37" y="5897523"/>
            <a:ext cx="91440" cy="10926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4455" y="6101001"/>
            <a:ext cx="2258139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Relationships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1354455" y="6527125"/>
            <a:ext cx="3600807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One-to-many with single-direction filtering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198" y="3361849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8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Components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19306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793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High-level KPIs, monthly trends, regional performance, and top products for leadership insights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19306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793456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Revenue by segment, purchase frequency, retention trends, and customer contribution analysis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19306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793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Category revenue, sales trends, contribution metrics, and drill-through product details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65202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Insights Discovered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Revenue Concentration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Small percentage of customers drive significant total revenue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Seasonal Patterns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demand peaks during specific months indicate seasonality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Retention Value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Returning customers generate higher average revenue than first-time buyers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At-Risk Segments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Certain segments show declining purchase frequency requiring intervention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1763" y="840938"/>
            <a:ext cx="506622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Strategic Recommendations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21763" y="1651516"/>
            <a:ext cx="162044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763" y="1904167"/>
            <a:ext cx="5395555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1763" y="2030849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Retention Campaigns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721763" y="2399943"/>
            <a:ext cx="5395555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 targeted programmes for high-value customers to maintain loyalty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721763" y="3082171"/>
            <a:ext cx="162044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63" y="3318629"/>
            <a:ext cx="539555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21763" y="3461504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Loyalty Programmes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721763" y="3830598"/>
            <a:ext cx="5395555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Develop incentives to increase repeat purchases and customer lifetime value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721763" y="4512826"/>
            <a:ext cx="162044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763" y="4733092"/>
            <a:ext cx="5395555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21763" y="4892159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Marketing Focus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721763" y="5261253"/>
            <a:ext cx="5395555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Concentrate efforts on high-performing product categories with proven demand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721763" y="5943481"/>
            <a:ext cx="162044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763" y="6147554"/>
            <a:ext cx="5395555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21763" y="6322814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Regional Analysis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721763" y="6691908"/>
            <a:ext cx="5395555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Investigate underperforming regions for operational improvement opportunities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403663" y="1586032"/>
            <a:ext cx="5629156" cy="5737741"/>
          </a:xfrm>
          <a:prstGeom prst="roundRect">
            <a:avLst>
              <a:gd name="adj" fmla="val 432"/>
            </a:avLst>
          </a:prstGeom>
          <a:solidFill>
            <a:srgbClr val="F94CAF"/>
          </a:solidFill>
          <a:ln/>
        </p:spPr>
      </p:sp>
      <p:sp>
        <p:nvSpPr>
          <p:cNvPr id="20" name="Text 14"/>
          <p:cNvSpPr/>
          <p:nvPr/>
        </p:nvSpPr>
        <p:spPr>
          <a:xfrm>
            <a:off x="7565708" y="1637109"/>
            <a:ext cx="243185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Business Impact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7565708" y="2056924"/>
            <a:ext cx="5305068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These data-driven recommendations enable organisations to optimise customer engagement, maximise revenue potential, and improve operational efficiency across all business segments.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5673"/>
            <a:ext cx="5654873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Technical Excellence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379" y="3494365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467" y="1896308"/>
            <a:ext cx="4070509" cy="424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Performance Optimisation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467" y="2545913"/>
            <a:ext cx="4207788" cy="356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 schema modelling for efficient queries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Reduced unnecessary columns and relationships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DAX variables for calculation efficiency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Avoided bi-directional relationships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Optimised visuals to reduce rendering time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467" y="6316861"/>
            <a:ext cx="4207788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Published to Power BI Service with workspace sharing and scheduled refresh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60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1915001"/>
            <a:ext cx="30480" cy="5448538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215491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19150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7" name="Text 4"/>
          <p:cNvSpPr/>
          <p:nvPr/>
        </p:nvSpPr>
        <p:spPr>
          <a:xfrm>
            <a:off x="878860" y="19575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1992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Predictive Analytics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248328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churn modeling to forecast customer behaviour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353972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12" name="Text 9"/>
          <p:cNvSpPr/>
          <p:nvPr/>
        </p:nvSpPr>
        <p:spPr>
          <a:xfrm>
            <a:off x="878860" y="33423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Incremental Refresh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3868103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 for improved performance with growing datasets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528744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0475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50900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125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Campaign Integration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5615821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 marketing campaign data for ROI analysis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273612" y="667226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21" name="Shape 18"/>
          <p:cNvSpPr/>
          <p:nvPr/>
        </p:nvSpPr>
        <p:spPr>
          <a:xfrm>
            <a:off x="793790" y="64323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22" name="Text 19"/>
          <p:cNvSpPr/>
          <p:nvPr/>
        </p:nvSpPr>
        <p:spPr>
          <a:xfrm>
            <a:off x="878860" y="64748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2183011" y="6510218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Advanced Segmentation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183011" y="700063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Develop sophisticated customer classification logic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2026-02-12T21:55:12Z</dcterms:created>
  <dcterms:modified xsi:type="dcterms:W3CDTF">2026-02-12T21:55:12Z</dcterms:modified>
</cp:coreProperties>
</file>